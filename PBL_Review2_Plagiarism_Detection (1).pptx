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REVIEW – 2  ·  17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1B2420"/>
          </a:solidFill>
          <a:ln w="12700">
            <a:solidFill>
              <a:srgbClr val="A7A7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SIMILARITY  · 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Plagiarism Detection and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Similarity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Rishikesh  ·  2510030166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8076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Pushkar  ·  2510030104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Varshith Teja  ·  2510030321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Praneeth Reddy  ·  2510030211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5760720"/>
            <a:ext cx="1063721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github.com/kolanpraneeth-hue/A7_DSA3_G2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and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63040"/>
            <a:ext cx="109728" cy="45720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digital access has made copying and paraphrasing academic content common. Manual checking is slow, subjective and impractical for large classes.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9319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system that uses NLP preprocessing, TF-IDF vectorization and cosine similarity to measure document similarity, highlight matched sections and produce clear reports.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E8DFC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Detect copied and near-duplicate content automatically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Compute a clear similarity percentage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Highlight matching text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703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Support multi-document comparison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downloadable originality reports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709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Promote academic integrity with transparent evidence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 / STUDY OF SIMILAR PROBLEMS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of at least three similar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4884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Cosine Similarity Applications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48840" y="2057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academic projects (Halim &amp; Lasut 2024 and others) build web tools that preprocess text, compute TF-IDF vectors and measure cosine similarity to report a plagiarism percentage.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E8DFC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3154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Lexical + Semantic Models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488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IEEE work combines fast TF-IDF candidate retrieval with BERT re-ranking. This improves detection of paraphrased plagiarism while keeping computation manageable.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52628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4884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Integrity Platforms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5166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Turnitin, PlagScan and Ouriginal (Urkund) offer large databases, detailed reports and institutional integration, but are closed-source and require paid licences.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 — DETAILED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from the three studied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219456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371600"/>
            <a:ext cx="274320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1371600"/>
            <a:ext cx="283464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TF-IDF+BERT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49640" y="1371600"/>
            <a:ext cx="283464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187452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Method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18745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187452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874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candidates + BERT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187452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1874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databases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2651760"/>
            <a:ext cx="219456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651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71800" y="2651760"/>
            <a:ext cx="274320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651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simple, open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2651760"/>
            <a:ext cx="283464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651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paraphrasing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49640" y="2651760"/>
            <a:ext cx="283464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2651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coverage, reports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342900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429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42900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3429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 heavy paraphrase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15000" y="342900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compute cost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49640" y="342900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Costly, closed-source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4206240"/>
            <a:ext cx="219456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206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971800" y="4206240"/>
            <a:ext cx="274320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4206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prototypes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15000" y="4206240"/>
            <a:ext cx="283464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4206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scalable systems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549640" y="4206240"/>
            <a:ext cx="2834640" cy="777240"/>
          </a:xfrm>
          <a:prstGeom prst="rect">
            <a:avLst/>
          </a:prstGeom>
          <a:solidFill>
            <a:srgbClr val="E8DFC8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41080" y="4206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publishers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77240" y="498348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983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71800" y="498348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4983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basic % only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715000" y="498348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0644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segment match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549640" y="498348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4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41080" y="4983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side-by-side views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ANALYSIS OF THE REVIEW — FINDING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&amp; practical gaps identified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17320"/>
            <a:ext cx="109728" cy="205740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&amp;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1945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platforms (Turnitin, PlagScan, Ouriginal) require institutional licences. Many colleges and student projects cannot afford them.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417320"/>
            <a:ext cx="109728" cy="205740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Paraphrase Detection vs Simplicity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1945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TF-IDF systems are lightweight but struggle with rewritten text. Full BERT systems are accurate but heavy for classroom use.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703320"/>
            <a:ext cx="109728" cy="20574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Highlighting &amp; Reports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4805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academic prototypes only return a percentage. Clear side-by-side highlighting and downloadable reports are still limited in open tools.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3703320"/>
            <a:ext cx="109728" cy="20574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Focus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44805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open systems are designed specifically for student and faculty use in ordinary college labs with limited compute and no paid APIs.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GAP → 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project fills the identified gaps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&amp; Lightweight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NLTK and scikit-learn so it runs on ordinary lab machines without paid APIs or heavy GPUs.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Similarity Score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gives an understandable percentage that instructors can interpret quickly.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Highlighting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sections are highlighted so users see exactly which parts are similar, not only a number.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Downloadable Reports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892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reports support academic review, archiving and transparency for students and faculty.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3749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Multi-document Support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4892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comparison of one submission against multiple sources or a small local corpus.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3749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210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Focus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4892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college PBL use — easy to explain, modify and extend by students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Review-2 findings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607040" cy="1828800"/>
          </a:xfrm>
          <a:prstGeom prst="roundRect">
            <a:avLst>
              <a:gd name="adj" fmla="val 4000"/>
            </a:avLst>
          </a:prstGeom>
          <a:solidFill>
            <a:srgbClr val="1B2420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459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either lack accessibility (commercial tools) or struggle with usability and transparency (many academic prototypes). A lightweight, open system that combines reliable similarity scoring with clear highlighting and reports can effectively serve educational institutions.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studied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systems, hybrid BERT models and major commercial platforms were reviewed.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35661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identified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45720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an affordable, transparent, education-oriented tool with visual reports.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5661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direction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45720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NLP pipeline (preprocessing → TF-IDF → cosine) with highlighting and downloadable output.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35661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45720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core modules, test on sample documents, refine highlighting and report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sources used in this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Halim, J. &amp; Lasut, D. (2024). Document Plagiarism Detection Application Using Web-Based TF-IDF and Cosine Similarity Methods. bit-Tech.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IEEE (2026). Comparative Analysis of Document Similarity Models: A Hybrid TF-IDF + BERT Pipeline for Scalable Plagiarism Detection.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Foltýnek, T., Meuschke, N. &amp; Gipp, B. (2019). Academic Plagiarism Detection: A Systematic Literature Review. ACM Computing Surveys.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Turnitin, PlagScan, Ouriginal (Urkund) — commercial plagiarism detection platforms (product documentation &amp; comparative studies).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scikit-learn documentation — TfidfVectorizer and cosine_similarity modules.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NLTK documentation — text preprocessing, tokenization and stop-word removal.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Python Software Foundation — Python language reference and standard library.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Project repository: https://github.com/kolanpraneeth-hue/A7_DSA3_G2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Review-2: Plagiarism Detection and Document Similarity Analysis System</dc:title>
  <dc:subject>PptxGenJS Presentation</dc:subject>
  <dc:creator>Team A7_DSA3_G2</dc:creator>
  <cp:lastModifiedBy>Team A7_DSA3_G2</cp:lastModifiedBy>
  <cp:revision>1</cp:revision>
  <dcterms:created xsi:type="dcterms:W3CDTF">2026-08-16T09:08:01Z</dcterms:created>
  <dcterms:modified xsi:type="dcterms:W3CDTF">2026-08-16T09:08:01Z</dcterms:modified>
</cp:coreProperties>
</file>