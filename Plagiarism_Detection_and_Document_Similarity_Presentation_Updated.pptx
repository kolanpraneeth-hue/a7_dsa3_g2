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880110"/>
            <a:ext cx="7772400" cy="1602740"/>
          </a:xfrm>
        </p:spPr>
        <p:txBody>
          <a:bodyPr/>
          <a:lstStyle/>
          <a:p>
            <a:r>
              <a:t>Plagiarism Detection and Document Similarity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758440"/>
            <a:ext cx="6400800" cy="2880360"/>
          </a:xfrm>
        </p:spPr>
        <p:txBody>
          <a:bodyPr>
            <a:normAutofit lnSpcReduction="10000"/>
          </a:bodyPr>
          <a:lstStyle/>
          <a:p>
            <a:r>
              <a:t>Team Details</a:t>
            </a:r>
          </a:p>
          <a:p>
            <a:r>
              <a:t>2510030166 - T. Rishikesh</a:t>
            </a:r>
          </a:p>
          <a:p>
            <a:r>
              <a:t>2510030104 - V. Pushkar</a:t>
            </a:r>
          </a:p>
          <a:p>
            <a:r>
              <a:t>2510030321 - T. Varshith Teja</a:t>
            </a:r>
          </a:p>
          <a:p>
            <a:r>
              <a:t>2510030211 - K. Praneeth Reddy</a:t>
            </a:r>
          </a:p>
          <a:p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Detects copied and similar text.</a:t>
            </a:r>
          </a:p>
          <a:p>
            <a:pPr>
              <a:defRPr sz="2200"/>
            </a:pPr>
            <a:r>
              <a:t>• Uses text preprocessing and similarity algorithms.</a:t>
            </a:r>
          </a:p>
          <a:p>
            <a:pPr>
              <a:defRPr sz="2200"/>
            </a:pPr>
            <a:r>
              <a:t>• Helps maintain academic integrity.</a:t>
            </a:r>
          </a:p>
          <a:p>
            <a:pPr>
              <a:defRPr sz="2200"/>
            </a:pPr>
            <a:r>
              <a:t>• Generates plagiarism reports with similarity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Team Roles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IN"/>
              <a:t>rishikesh</a:t>
            </a:r>
            <a:r>
              <a:t>: Requirements, preprocessing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rPr lang="en-IN"/>
              <a:t>v.pushkar</a:t>
            </a:r>
            <a:r>
              <a:t>: Similarity algorithm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t>Praneeth: UI, documentation, GitHub</a:t>
            </a:r>
          </a:p>
          <a:p>
            <a:pPr>
              <a:defRPr sz="2200"/>
            </a:pPr>
          </a:p>
          <a:p>
            <a:pPr>
              <a:defRPr sz="2200"/>
            </a:pPr>
            <a:r>
              <a:rPr lang="en-IN"/>
              <a:t>varshith teja: </a:t>
            </a:r>
            <a:r>
              <a:rPr>
                <a:sym typeface="+mn-ea"/>
              </a:rPr>
              <a:t>backend, testing</a:t>
            </a:r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Features &amp;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Accurate plagiarism reports</a:t>
            </a:r>
          </a:p>
          <a:p>
            <a:pPr>
              <a:defRPr sz="2200"/>
            </a:pPr>
            <a:r>
              <a:t>• Similarity percentages</a:t>
            </a:r>
          </a:p>
          <a:p>
            <a:pPr>
              <a:defRPr sz="2200"/>
            </a:pPr>
            <a:r>
              <a:t>• Highlights copied sections</a:t>
            </a:r>
          </a:p>
          <a:p>
            <a:pPr>
              <a:defRPr sz="2200"/>
            </a:pPr>
            <a:r>
              <a:t>• Visual comparison</a:t>
            </a:r>
          </a:p>
          <a:p>
            <a:pPr>
              <a:defRPr sz="2200"/>
            </a:pPr>
            <a:r>
              <a:t>• Multi-document comparison</a:t>
            </a:r>
          </a:p>
          <a:p>
            <a:pPr>
              <a:defRPr sz="2200"/>
            </a:pPr>
            <a:r>
              <a:t>• Downloadable reports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Applications to Society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Universities</a:t>
            </a:r>
          </a:p>
          <a:p>
            <a:pPr>
              <a:defRPr sz="2200"/>
            </a:pPr>
            <a:r>
              <a:t>• Research</a:t>
            </a:r>
          </a:p>
          <a:p>
            <a:pPr>
              <a:defRPr sz="2200"/>
            </a:pPr>
            <a:r>
              <a:t>• Publishing</a:t>
            </a:r>
          </a:p>
          <a:p>
            <a:pPr>
              <a:defRPr sz="2200"/>
            </a:pPr>
            <a:r>
              <a:t>• Corporate document verification</a:t>
            </a:r>
          </a:p>
          <a:p>
            <a:pPr>
              <a:defRPr sz="2200"/>
            </a:pPr>
            <a:r>
              <a:t>• Resume validation</a:t>
            </a:r>
          </a:p>
          <a:p>
            <a:pPr>
              <a:defRPr sz="2200"/>
            </a:pPr>
            <a:r>
              <a:t>• Promotes originality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GitHub Repository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rPr lang="en-US" altLang="en-US"/>
              <a:t>https://github.com/kolanpraneeth-hue/A7_DSA3_G2</a:t>
            </a:r>
            <a:endParaRPr lang="en-US" altLang="en-US"/>
          </a:p>
          <a:p>
            <a:pPr>
              <a:defRPr sz="2200"/>
            </a:p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200"/>
            </a:pPr>
            <a:r>
              <a:t>• Python Documentation</a:t>
            </a:r>
          </a:p>
          <a:p>
            <a:pPr>
              <a:defRPr sz="2200"/>
            </a:pPr>
            <a:r>
              <a:t>• scikit-learn</a:t>
            </a:r>
          </a:p>
          <a:p>
            <a:pPr>
              <a:defRPr sz="2200"/>
            </a:pPr>
            <a:r>
              <a:t>• NLTK</a:t>
            </a:r>
          </a:p>
          <a:p>
            <a:pPr>
              <a:defRPr sz="2200"/>
            </a:pPr>
            <a:r>
              <a:t>• IEEE papers</a:t>
            </a:r>
          </a:p>
          <a:p>
            <a:pPr>
              <a:defRPr sz="2200"/>
            </a:pPr>
            <a:r>
              <a:t>• Google Scholar</a:t>
            </a:r>
          </a:p>
          <a:p>
            <a:pPr>
              <a:defRPr sz="2200"/>
            </a:pPr>
            <a:r>
              <a:t>• GitHub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957</Words>
  <Application>WPS Presentation</Application>
  <PresentationFormat>On-screen Show (4:3)</PresentationFormat>
  <Paragraphs>59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Plagiarism Detection and Document Similarity</vt:lpstr>
      <vt:lpstr>Introduction</vt:lpstr>
      <vt:lpstr>Team Roles</vt:lpstr>
      <vt:lpstr>Project Features &amp; Results</vt:lpstr>
      <vt:lpstr>Applications to Society</vt:lpstr>
      <vt:lpstr>GitHub Repository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praneeth reddy</cp:lastModifiedBy>
  <cp:revision>3</cp:revision>
  <dcterms:created xsi:type="dcterms:W3CDTF">2013-01-27T09:14:00Z</dcterms:created>
  <dcterms:modified xsi:type="dcterms:W3CDTF">2026-08-01T05:48:53Z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5CA08ED0956049F7BD9E635C906FC384_12</vt:lpwstr>
  </property>
</Properties>
</file>